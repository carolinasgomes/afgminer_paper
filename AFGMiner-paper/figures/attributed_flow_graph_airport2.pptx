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-96" y="-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6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6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93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1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4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86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25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2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2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4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FD8D-E82B-294F-8053-D946751AE66B}" type="datetimeFigureOut">
              <a:rPr lang="en-US" smtClean="0"/>
              <a:t>2012-11-06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B9882-DF44-1E40-AF58-6180EF00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6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>
            <a:stCxn id="4" idx="5"/>
            <a:endCxn id="13" idx="0"/>
          </p:cNvCxnSpPr>
          <p:nvPr/>
        </p:nvCxnSpPr>
        <p:spPr>
          <a:xfrm>
            <a:off x="5506000" y="801139"/>
            <a:ext cx="597736" cy="1303846"/>
          </a:xfrm>
          <a:prstGeom prst="straightConnector1">
            <a:avLst/>
          </a:prstGeom>
          <a:ln w="952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3251126" y="195085"/>
            <a:ext cx="2641749" cy="710037"/>
            <a:chOff x="4170694" y="195085"/>
            <a:chExt cx="2641749" cy="710037"/>
          </a:xfrm>
        </p:grpSpPr>
        <p:sp>
          <p:nvSpPr>
            <p:cNvPr id="4" name="Oval 3"/>
            <p:cNvSpPr/>
            <p:nvPr/>
          </p:nvSpPr>
          <p:spPr>
            <a:xfrm>
              <a:off x="4170694" y="195085"/>
              <a:ext cx="2641749" cy="71003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612850" y="236277"/>
              <a:ext cx="19505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latin typeface="Times New Roman"/>
                  <a:cs typeface="Times New Roman"/>
                </a:rPr>
                <a:t>Hong Kong</a:t>
              </a:r>
              <a:endParaRPr lang="en-US" sz="2800" b="1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1921613" y="-66525"/>
            <a:ext cx="1197765" cy="1187006"/>
            <a:chOff x="1921613" y="-66525"/>
            <a:chExt cx="1197765" cy="1187006"/>
          </a:xfrm>
        </p:grpSpPr>
        <p:sp>
          <p:nvSpPr>
            <p:cNvPr id="7" name="TextBox 6"/>
            <p:cNvSpPr txBox="1"/>
            <p:nvPr/>
          </p:nvSpPr>
          <p:spPr>
            <a:xfrm>
              <a:off x="1921613" y="-66525"/>
              <a:ext cx="11652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R = 30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60093" y="277919"/>
              <a:ext cx="9459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F = 6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34288" y="597261"/>
              <a:ext cx="11850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O = 12</a:t>
              </a:r>
              <a:endParaRPr lang="en-US" sz="2800" dirty="0">
                <a:latin typeface="Times New Roman"/>
                <a:cs typeface="Times New Roman"/>
              </a:endParaRPr>
            </a:p>
          </p:txBody>
        </p:sp>
      </p:grpSp>
      <p:cxnSp>
        <p:nvCxnSpPr>
          <p:cNvPr id="16" name="Straight Arrow Connector 15"/>
          <p:cNvCxnSpPr>
            <a:stCxn id="4" idx="3"/>
            <a:endCxn id="10" idx="0"/>
          </p:cNvCxnSpPr>
          <p:nvPr/>
        </p:nvCxnSpPr>
        <p:spPr>
          <a:xfrm flipH="1">
            <a:off x="3230224" y="801139"/>
            <a:ext cx="407777" cy="1303846"/>
          </a:xfrm>
          <a:prstGeom prst="straightConnector1">
            <a:avLst/>
          </a:prstGeom>
          <a:ln w="952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4"/>
            <a:endCxn id="11" idx="0"/>
          </p:cNvCxnSpPr>
          <p:nvPr/>
        </p:nvCxnSpPr>
        <p:spPr>
          <a:xfrm flipH="1">
            <a:off x="2410728" y="2815022"/>
            <a:ext cx="819496" cy="1199863"/>
          </a:xfrm>
          <a:prstGeom prst="straightConnector1">
            <a:avLst/>
          </a:prstGeom>
          <a:ln w="952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1" idx="4"/>
            <a:endCxn id="12" idx="1"/>
          </p:cNvCxnSpPr>
          <p:nvPr/>
        </p:nvCxnSpPr>
        <p:spPr>
          <a:xfrm>
            <a:off x="2410728" y="4724922"/>
            <a:ext cx="1575028" cy="1303845"/>
          </a:xfrm>
          <a:prstGeom prst="straightConnector1">
            <a:avLst/>
          </a:prstGeom>
          <a:ln w="952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2" idx="7"/>
          </p:cNvCxnSpPr>
          <p:nvPr/>
        </p:nvCxnSpPr>
        <p:spPr>
          <a:xfrm flipH="1">
            <a:off x="5158245" y="4724922"/>
            <a:ext cx="1890552" cy="1303845"/>
          </a:xfrm>
          <a:prstGeom prst="straightConnector1">
            <a:avLst/>
          </a:prstGeom>
          <a:ln w="952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3" idx="5"/>
            <a:endCxn id="14" idx="0"/>
          </p:cNvCxnSpPr>
          <p:nvPr/>
        </p:nvCxnSpPr>
        <p:spPr>
          <a:xfrm>
            <a:off x="6728164" y="2711039"/>
            <a:ext cx="320633" cy="1303846"/>
          </a:xfrm>
          <a:prstGeom prst="straightConnector1">
            <a:avLst/>
          </a:prstGeom>
          <a:ln w="952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1" idx="6"/>
            <a:endCxn id="14" idx="2"/>
          </p:cNvCxnSpPr>
          <p:nvPr/>
        </p:nvCxnSpPr>
        <p:spPr>
          <a:xfrm>
            <a:off x="3724386" y="4369904"/>
            <a:ext cx="2387336" cy="0"/>
          </a:xfrm>
          <a:prstGeom prst="straightConnector1">
            <a:avLst/>
          </a:prstGeom>
          <a:ln w="952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2157190" y="2104985"/>
            <a:ext cx="4829621" cy="710037"/>
            <a:chOff x="2227444" y="2104985"/>
            <a:chExt cx="4829621" cy="710037"/>
          </a:xfrm>
        </p:grpSpPr>
        <p:sp>
          <p:nvSpPr>
            <p:cNvPr id="13" name="Oval 12"/>
            <p:cNvSpPr/>
            <p:nvPr/>
          </p:nvSpPr>
          <p:spPr>
            <a:xfrm>
              <a:off x="5290915" y="2104985"/>
              <a:ext cx="1766150" cy="71003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493821" y="2146177"/>
              <a:ext cx="14019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latin typeface="Times New Roman"/>
                  <a:cs typeface="Times New Roman"/>
                </a:rPr>
                <a:t>Toronto</a:t>
              </a:r>
              <a:endParaRPr lang="en-US" sz="2800" b="1" dirty="0">
                <a:latin typeface="Times New Roman"/>
                <a:cs typeface="Times New Roman"/>
              </a:endParaRPr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2227444" y="2104985"/>
              <a:ext cx="2146067" cy="710037"/>
              <a:chOff x="1707019" y="2104985"/>
              <a:chExt cx="2146067" cy="710037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1707019" y="2104985"/>
                <a:ext cx="2146067" cy="71003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1829263" y="2146177"/>
                <a:ext cx="18261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smtClean="0">
                    <a:latin typeface="Times New Roman"/>
                    <a:cs typeface="Times New Roman"/>
                  </a:rPr>
                  <a:t>Vancouver</a:t>
                </a:r>
                <a:endParaRPr lang="en-US" sz="2800" b="1" dirty="0">
                  <a:latin typeface="Times New Roman"/>
                  <a:cs typeface="Times New Roman"/>
                </a:endParaRPr>
              </a:p>
            </p:txBody>
          </p:sp>
        </p:grpSp>
      </p:grpSp>
      <p:grpSp>
        <p:nvGrpSpPr>
          <p:cNvPr id="57" name="Group 56"/>
          <p:cNvGrpSpPr/>
          <p:nvPr/>
        </p:nvGrpSpPr>
        <p:grpSpPr>
          <a:xfrm>
            <a:off x="1097069" y="4014885"/>
            <a:ext cx="2627317" cy="710037"/>
            <a:chOff x="1930252" y="4014885"/>
            <a:chExt cx="2627317" cy="710037"/>
          </a:xfrm>
        </p:grpSpPr>
        <p:sp>
          <p:nvSpPr>
            <p:cNvPr id="11" name="Oval 10"/>
            <p:cNvSpPr/>
            <p:nvPr/>
          </p:nvSpPr>
          <p:spPr>
            <a:xfrm>
              <a:off x="1930252" y="4014885"/>
              <a:ext cx="2627317" cy="71003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059600" y="4067455"/>
              <a:ext cx="23490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latin typeface="Times New Roman"/>
                  <a:cs typeface="Times New Roman"/>
                </a:rPr>
                <a:t>San Francisco</a:t>
              </a:r>
              <a:endParaRPr lang="en-US" sz="2800" b="1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111722" y="4014885"/>
            <a:ext cx="1874150" cy="710037"/>
            <a:chOff x="6411136" y="4014885"/>
            <a:chExt cx="1874150" cy="710037"/>
          </a:xfrm>
        </p:grpSpPr>
        <p:sp>
          <p:nvSpPr>
            <p:cNvPr id="14" name="Oval 13"/>
            <p:cNvSpPr/>
            <p:nvPr/>
          </p:nvSpPr>
          <p:spPr>
            <a:xfrm>
              <a:off x="6411136" y="4014885"/>
              <a:ext cx="1874150" cy="71003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47702" y="4066651"/>
              <a:ext cx="18010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latin typeface="Times New Roman"/>
                  <a:cs typeface="Times New Roman"/>
                </a:rPr>
                <a:t>Edmonton</a:t>
              </a:r>
              <a:endParaRPr lang="en-US" sz="2800" b="1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3742925" y="5924784"/>
            <a:ext cx="1658151" cy="710037"/>
            <a:chOff x="4170694" y="5924784"/>
            <a:chExt cx="1658151" cy="710037"/>
          </a:xfrm>
        </p:grpSpPr>
        <p:sp>
          <p:nvSpPr>
            <p:cNvPr id="12" name="Oval 11"/>
            <p:cNvSpPr/>
            <p:nvPr/>
          </p:nvSpPr>
          <p:spPr>
            <a:xfrm>
              <a:off x="4170694" y="5924784"/>
              <a:ext cx="1658151" cy="71003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372397" y="5966304"/>
              <a:ext cx="12215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latin typeface="Times New Roman"/>
                  <a:cs typeface="Times New Roman"/>
                </a:rPr>
                <a:t>Seattle</a:t>
              </a:r>
              <a:endParaRPr lang="en-US" sz="2800" b="1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914988" y="1856469"/>
            <a:ext cx="1197765" cy="1187006"/>
            <a:chOff x="1921613" y="-66525"/>
            <a:chExt cx="1197765" cy="1187006"/>
          </a:xfrm>
        </p:grpSpPr>
        <p:sp>
          <p:nvSpPr>
            <p:cNvPr id="69" name="TextBox 68"/>
            <p:cNvSpPr txBox="1"/>
            <p:nvPr/>
          </p:nvSpPr>
          <p:spPr>
            <a:xfrm>
              <a:off x="1921613" y="-66525"/>
              <a:ext cx="11652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R = </a:t>
              </a:r>
              <a:r>
                <a:rPr lang="en-US" sz="2800" dirty="0" smtClean="0">
                  <a:latin typeface="Times New Roman"/>
                  <a:cs typeface="Times New Roman"/>
                </a:rPr>
                <a:t>50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960093" y="277919"/>
              <a:ext cx="11254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F = </a:t>
              </a:r>
              <a:r>
                <a:rPr lang="en-US" sz="2800" dirty="0" smtClean="0">
                  <a:latin typeface="Times New Roman"/>
                  <a:cs typeface="Times New Roman"/>
                </a:rPr>
                <a:t>20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934288" y="597261"/>
              <a:ext cx="11850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O = </a:t>
              </a:r>
              <a:r>
                <a:rPr lang="en-US" sz="2800" dirty="0" smtClean="0">
                  <a:latin typeface="Times New Roman"/>
                  <a:cs typeface="Times New Roman"/>
                </a:rPr>
                <a:t>30</a:t>
              </a:r>
              <a:endParaRPr lang="en-US" sz="28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0" y="3776401"/>
            <a:ext cx="1197765" cy="1187006"/>
            <a:chOff x="1921613" y="-66525"/>
            <a:chExt cx="1197765" cy="1187006"/>
          </a:xfrm>
        </p:grpSpPr>
        <p:sp>
          <p:nvSpPr>
            <p:cNvPr id="73" name="TextBox 72"/>
            <p:cNvSpPr txBox="1"/>
            <p:nvPr/>
          </p:nvSpPr>
          <p:spPr>
            <a:xfrm>
              <a:off x="1921613" y="-66525"/>
              <a:ext cx="11652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R = </a:t>
              </a:r>
              <a:r>
                <a:rPr lang="en-US" sz="2800" dirty="0" smtClean="0">
                  <a:latin typeface="Times New Roman"/>
                  <a:cs typeface="Times New Roman"/>
                </a:rPr>
                <a:t>22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960093" y="277919"/>
              <a:ext cx="11254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F = </a:t>
              </a:r>
              <a:r>
                <a:rPr lang="en-US" sz="2800" dirty="0" smtClean="0">
                  <a:latin typeface="Times New Roman"/>
                  <a:cs typeface="Times New Roman"/>
                </a:rPr>
                <a:t>50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934288" y="597261"/>
              <a:ext cx="11850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O = </a:t>
              </a:r>
              <a:r>
                <a:rPr lang="en-US" sz="2800" dirty="0" smtClean="0">
                  <a:latin typeface="Times New Roman"/>
                  <a:cs typeface="Times New Roman"/>
                </a:rPr>
                <a:t>18</a:t>
              </a:r>
              <a:endParaRPr lang="en-US" sz="28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7946235" y="3776401"/>
            <a:ext cx="1197765" cy="1187006"/>
            <a:chOff x="1921613" y="-66525"/>
            <a:chExt cx="1197765" cy="1187006"/>
          </a:xfrm>
        </p:grpSpPr>
        <p:sp>
          <p:nvSpPr>
            <p:cNvPr id="77" name="TextBox 76"/>
            <p:cNvSpPr txBox="1"/>
            <p:nvPr/>
          </p:nvSpPr>
          <p:spPr>
            <a:xfrm>
              <a:off x="1921613" y="-66525"/>
              <a:ext cx="11652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R = </a:t>
              </a:r>
              <a:r>
                <a:rPr lang="en-US" sz="2800" dirty="0" smtClean="0">
                  <a:latin typeface="Times New Roman"/>
                  <a:cs typeface="Times New Roman"/>
                </a:rPr>
                <a:t>10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960093" y="277919"/>
              <a:ext cx="11254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F = </a:t>
              </a:r>
              <a:r>
                <a:rPr lang="en-US" sz="2800" dirty="0" smtClean="0">
                  <a:latin typeface="Times New Roman"/>
                  <a:cs typeface="Times New Roman"/>
                </a:rPr>
                <a:t>25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934288" y="597261"/>
              <a:ext cx="11850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O = </a:t>
              </a:r>
              <a:r>
                <a:rPr lang="en-US" sz="2800" dirty="0" smtClean="0">
                  <a:latin typeface="Times New Roman"/>
                  <a:cs typeface="Times New Roman"/>
                </a:rPr>
                <a:t>50</a:t>
              </a:r>
              <a:endParaRPr lang="en-US" sz="28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7041625" y="1771256"/>
            <a:ext cx="1197765" cy="1187006"/>
            <a:chOff x="1921613" y="-66525"/>
            <a:chExt cx="1197765" cy="1187006"/>
          </a:xfrm>
        </p:grpSpPr>
        <p:sp>
          <p:nvSpPr>
            <p:cNvPr id="81" name="TextBox 80"/>
            <p:cNvSpPr txBox="1"/>
            <p:nvPr/>
          </p:nvSpPr>
          <p:spPr>
            <a:xfrm>
              <a:off x="1921613" y="-66525"/>
              <a:ext cx="11652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R = 30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960093" y="277919"/>
              <a:ext cx="11254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F = </a:t>
              </a:r>
              <a:r>
                <a:rPr lang="en-US" sz="2800" dirty="0" smtClean="0">
                  <a:latin typeface="Times New Roman"/>
                  <a:cs typeface="Times New Roman"/>
                </a:rPr>
                <a:t>15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934288" y="597261"/>
              <a:ext cx="11850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O = </a:t>
              </a:r>
              <a:r>
                <a:rPr lang="en-US" sz="2800" dirty="0" smtClean="0">
                  <a:latin typeface="Times New Roman"/>
                  <a:cs typeface="Times New Roman"/>
                </a:rPr>
                <a:t>24</a:t>
              </a:r>
              <a:endParaRPr lang="en-US" sz="28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2341276" y="5668409"/>
            <a:ext cx="1197765" cy="1187006"/>
            <a:chOff x="1921613" y="-66525"/>
            <a:chExt cx="1197765" cy="1187006"/>
          </a:xfrm>
        </p:grpSpPr>
        <p:sp>
          <p:nvSpPr>
            <p:cNvPr id="85" name="TextBox 84"/>
            <p:cNvSpPr txBox="1"/>
            <p:nvPr/>
          </p:nvSpPr>
          <p:spPr>
            <a:xfrm>
              <a:off x="1921613" y="-66525"/>
              <a:ext cx="11652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R = </a:t>
              </a:r>
              <a:r>
                <a:rPr lang="en-US" sz="2800" dirty="0" smtClean="0">
                  <a:latin typeface="Times New Roman"/>
                  <a:cs typeface="Times New Roman"/>
                </a:rPr>
                <a:t>16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960093" y="277919"/>
              <a:ext cx="11254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F = </a:t>
              </a:r>
              <a:r>
                <a:rPr lang="en-US" sz="2800" dirty="0" smtClean="0">
                  <a:latin typeface="Times New Roman"/>
                  <a:cs typeface="Times New Roman"/>
                </a:rPr>
                <a:t>20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934288" y="597261"/>
              <a:ext cx="11850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O = </a:t>
              </a:r>
              <a:r>
                <a:rPr lang="en-US" sz="2800" dirty="0" smtClean="0">
                  <a:latin typeface="Times New Roman"/>
                  <a:cs typeface="Times New Roman"/>
                </a:rPr>
                <a:t>14</a:t>
              </a:r>
              <a:endParaRPr lang="en-US" sz="2800" dirty="0">
                <a:latin typeface="Times New Roman"/>
                <a:cs typeface="Times New Roman"/>
              </a:endParaRP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2576505" y="112048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/>
                <a:cs typeface="Times New Roman"/>
              </a:rPr>
              <a:t>8000</a:t>
            </a:r>
            <a:endParaRPr lang="en-US" sz="2800" dirty="0" smtClean="0">
              <a:latin typeface="Times New Roman"/>
              <a:cs typeface="Times New Roman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696882" y="94699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2</a:t>
            </a:r>
            <a:r>
              <a:rPr lang="en-US" sz="2800" dirty="0" smtClean="0">
                <a:latin typeface="Times New Roman"/>
                <a:cs typeface="Times New Roman"/>
              </a:rPr>
              <a:t>000</a:t>
            </a:r>
            <a:endParaRPr lang="en-US" sz="2800" dirty="0" smtClean="0">
              <a:latin typeface="Times New Roman"/>
              <a:cs typeface="Times New Roman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957287" y="304957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/>
                <a:cs typeface="Times New Roman"/>
              </a:rPr>
              <a:t>890</a:t>
            </a:r>
            <a:endParaRPr lang="en-US" sz="2800" dirty="0" smtClean="0">
              <a:latin typeface="Times New Roman"/>
              <a:cs typeface="Times New Roman"/>
            </a:endParaRPr>
          </a:p>
        </p:txBody>
      </p:sp>
      <p:cxnSp>
        <p:nvCxnSpPr>
          <p:cNvPr id="95" name="Straight Arrow Connector 94"/>
          <p:cNvCxnSpPr>
            <a:endCxn id="13" idx="4"/>
          </p:cNvCxnSpPr>
          <p:nvPr/>
        </p:nvCxnSpPr>
        <p:spPr>
          <a:xfrm flipH="1" flipV="1">
            <a:off x="6103736" y="2815022"/>
            <a:ext cx="375626" cy="1252433"/>
          </a:xfrm>
          <a:prstGeom prst="straightConnector1">
            <a:avLst/>
          </a:prstGeom>
          <a:ln w="952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441205" y="325318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/>
                <a:cs typeface="Times New Roman"/>
              </a:rPr>
              <a:t>1000</a:t>
            </a:r>
            <a:endParaRPr lang="en-US" sz="2800" dirty="0" smtClean="0">
              <a:latin typeface="Times New Roman"/>
              <a:cs typeface="Times New Roman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828028" y="311375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8</a:t>
            </a:r>
            <a:r>
              <a:rPr lang="en-US" sz="2800" dirty="0" smtClean="0">
                <a:latin typeface="Times New Roman"/>
                <a:cs typeface="Times New Roman"/>
              </a:rPr>
              <a:t>000</a:t>
            </a:r>
            <a:endParaRPr lang="en-US" sz="2800" dirty="0" smtClean="0">
              <a:latin typeface="Times New Roman"/>
              <a:cs typeface="Times New Roman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003224" y="496414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/>
                <a:cs typeface="Times New Roman"/>
              </a:rPr>
              <a:t>5000</a:t>
            </a:r>
            <a:endParaRPr lang="en-US" sz="2800" dirty="0" smtClean="0">
              <a:latin typeface="Times New Roman"/>
              <a:cs typeface="Times New Roman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173649" y="436990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3</a:t>
            </a:r>
            <a:r>
              <a:rPr lang="en-US" sz="2800" dirty="0" smtClean="0">
                <a:latin typeface="Times New Roman"/>
                <a:cs typeface="Times New Roman"/>
              </a:rPr>
              <a:t>000</a:t>
            </a:r>
            <a:endParaRPr lang="en-US" sz="2800" dirty="0" smtClean="0">
              <a:latin typeface="Times New Roman"/>
              <a:cs typeface="Times New Roman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027956" y="52257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/>
                <a:cs typeface="Times New Roman"/>
              </a:rPr>
              <a:t>5000</a:t>
            </a:r>
            <a:endParaRPr lang="en-US" sz="2800" dirty="0" smtClean="0">
              <a:latin typeface="Times New Roman"/>
              <a:cs typeface="Times New Roman"/>
            </a:endParaRPr>
          </a:p>
        </p:txBody>
      </p:sp>
      <p:grpSp>
        <p:nvGrpSpPr>
          <p:cNvPr id="104" name="Group 103"/>
          <p:cNvGrpSpPr/>
          <p:nvPr/>
        </p:nvGrpSpPr>
        <p:grpSpPr>
          <a:xfrm>
            <a:off x="38480" y="3758"/>
            <a:ext cx="1313188" cy="1187006"/>
            <a:chOff x="1921613" y="-66525"/>
            <a:chExt cx="1313188" cy="1187006"/>
          </a:xfrm>
        </p:grpSpPr>
        <p:sp>
          <p:nvSpPr>
            <p:cNvPr id="105" name="TextBox 104"/>
            <p:cNvSpPr txBox="1"/>
            <p:nvPr/>
          </p:nvSpPr>
          <p:spPr>
            <a:xfrm>
              <a:off x="1921613" y="-66525"/>
              <a:ext cx="12717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R: Rice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960093" y="277919"/>
              <a:ext cx="12747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F: Fruit</a:t>
              </a:r>
              <a:endParaRPr lang="en-US" sz="2800" dirty="0" smtClean="0">
                <a:latin typeface="Times New Roman"/>
                <a:cs typeface="Times New Roman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934288" y="597261"/>
              <a:ext cx="10923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latin typeface="Times New Roman"/>
                  <a:cs typeface="Times New Roman"/>
                </a:rPr>
                <a:t>O: Oil</a:t>
              </a:r>
              <a:endParaRPr lang="en-US" sz="2800" dirty="0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931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79</Words>
  <Application>Microsoft Macintosh PowerPoint</Application>
  <PresentationFormat>On-screen Show (4:3)</PresentationFormat>
  <Paragraphs>35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Alberta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 Nelson Amaral</dc:creator>
  <cp:lastModifiedBy>Jose Nelson Amaral</cp:lastModifiedBy>
  <cp:revision>4</cp:revision>
  <dcterms:created xsi:type="dcterms:W3CDTF">2012-10-21T16:17:26Z</dcterms:created>
  <dcterms:modified xsi:type="dcterms:W3CDTF">2012-11-07T00:37:30Z</dcterms:modified>
</cp:coreProperties>
</file>