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-7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9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26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2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0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8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46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5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6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9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97779-90E4-9540-BC84-23DA585C8FB6}" type="datetimeFigureOut">
              <a:rPr lang="en-US" smtClean="0"/>
              <a:t>2012-11-05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2B245-6D8B-1744-A21D-1CB470DD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8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93635" y="82486"/>
            <a:ext cx="8547630" cy="1154684"/>
            <a:chOff x="193635" y="362901"/>
            <a:chExt cx="8547630" cy="1154684"/>
          </a:xfrm>
        </p:grpSpPr>
        <p:sp>
          <p:nvSpPr>
            <p:cNvPr id="4" name="Rectangle 3"/>
            <p:cNvSpPr/>
            <p:nvPr/>
          </p:nvSpPr>
          <p:spPr>
            <a:xfrm>
              <a:off x="193635" y="362901"/>
              <a:ext cx="1175388" cy="1154684"/>
            </a:xfrm>
            <a:prstGeom prst="rect">
              <a:avLst/>
            </a:prstGeom>
            <a:noFill/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6000" i="1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a</a:t>
              </a:r>
              <a:endParaRPr lang="en-US" sz="6000" i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036696" y="362901"/>
              <a:ext cx="1175388" cy="1154684"/>
            </a:xfrm>
            <a:prstGeom prst="rect">
              <a:avLst/>
            </a:prstGeom>
            <a:noFill/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b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79757" y="362901"/>
              <a:ext cx="1175388" cy="1154684"/>
            </a:xfrm>
            <a:prstGeom prst="rect">
              <a:avLst/>
            </a:prstGeom>
            <a:noFill/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6000" i="1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c</a:t>
              </a:r>
              <a:endParaRPr lang="en-US" sz="6000" i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22818" y="362901"/>
              <a:ext cx="1175388" cy="1154684"/>
            </a:xfrm>
            <a:prstGeom prst="rect">
              <a:avLst/>
            </a:prstGeom>
            <a:noFill/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d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565877" y="362901"/>
              <a:ext cx="1175388" cy="1154684"/>
            </a:xfrm>
            <a:prstGeom prst="rect">
              <a:avLst/>
            </a:prstGeom>
            <a:noFill/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2997" y="2349111"/>
            <a:ext cx="8543374" cy="1187676"/>
            <a:chOff x="202997" y="2606287"/>
            <a:chExt cx="8543374" cy="1187676"/>
          </a:xfrm>
        </p:grpSpPr>
        <p:sp>
          <p:nvSpPr>
            <p:cNvPr id="13" name="Oval 12"/>
            <p:cNvSpPr/>
            <p:nvPr/>
          </p:nvSpPr>
          <p:spPr>
            <a:xfrm>
              <a:off x="202997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a</a:t>
              </a:r>
              <a:endParaRPr lang="en-US" sz="6000" i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036696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b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879757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c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722818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d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570983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e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0" y="3536896"/>
            <a:ext cx="9183407" cy="584776"/>
            <a:chOff x="0" y="3992012"/>
            <a:chExt cx="9183407" cy="584776"/>
          </a:xfrm>
        </p:grpSpPr>
        <p:sp>
          <p:nvSpPr>
            <p:cNvPr id="18" name="TextBox 17"/>
            <p:cNvSpPr txBox="1"/>
            <p:nvPr/>
          </p:nvSpPr>
          <p:spPr>
            <a:xfrm>
              <a:off x="0" y="3992012"/>
              <a:ext cx="1950374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 err="1" smtClean="0">
                  <a:latin typeface="Times New Roman"/>
                  <a:cs typeface="Times New Roman"/>
                </a:rPr>
                <a:t>S</a:t>
              </a:r>
              <a:r>
                <a:rPr lang="en-US" sz="3200" i="1" baseline="-25000" dirty="0" err="1" smtClean="0">
                  <a:latin typeface="Times New Roman"/>
                  <a:cs typeface="Times New Roman"/>
                </a:rPr>
                <a:t>n</a:t>
              </a:r>
              <a:r>
                <a:rPr lang="en-US" sz="3200" dirty="0" smtClean="0">
                  <a:latin typeface="Times New Roman"/>
                  <a:cs typeface="Times New Roman"/>
                </a:rPr>
                <a:t> </a:t>
              </a:r>
              <a:r>
                <a:rPr lang="en-US" sz="3200" dirty="0" smtClean="0">
                  <a:latin typeface="Times New Roman"/>
                  <a:cs typeface="Times New Roman"/>
                </a:rPr>
                <a:t>= 12/46 </a:t>
              </a:r>
              <a:endParaRPr lang="en-US" sz="3200" dirty="0">
                <a:latin typeface="Times New Roman"/>
                <a:cs typeface="Times New Roman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64902" y="3992012"/>
              <a:ext cx="174518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 err="1" smtClean="0">
                  <a:latin typeface="Times New Roman"/>
                  <a:cs typeface="Times New Roman"/>
                </a:rPr>
                <a:t>S</a:t>
              </a:r>
              <a:r>
                <a:rPr lang="en-US" sz="3200" i="1" baseline="-25000" dirty="0" err="1" smtClean="0">
                  <a:latin typeface="Times New Roman"/>
                  <a:cs typeface="Times New Roman"/>
                </a:rPr>
                <a:t>n</a:t>
              </a:r>
              <a:r>
                <a:rPr lang="en-US" sz="3200" dirty="0" smtClean="0">
                  <a:latin typeface="Times New Roman"/>
                  <a:cs typeface="Times New Roman"/>
                </a:rPr>
                <a:t> </a:t>
              </a:r>
              <a:r>
                <a:rPr lang="en-US" sz="3200" dirty="0" smtClean="0">
                  <a:latin typeface="Times New Roman"/>
                  <a:cs typeface="Times New Roman"/>
                </a:rPr>
                <a:t>= 4/46 </a:t>
              </a:r>
              <a:endParaRPr lang="en-US" sz="3200" dirty="0">
                <a:latin typeface="Times New Roman"/>
                <a:cs typeface="Times New Roman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89341" y="3992012"/>
              <a:ext cx="174518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 err="1" smtClean="0">
                  <a:latin typeface="Times New Roman"/>
                  <a:cs typeface="Times New Roman"/>
                </a:rPr>
                <a:t>S</a:t>
              </a:r>
              <a:r>
                <a:rPr lang="en-US" sz="3200" i="1" baseline="-25000" dirty="0" err="1" smtClean="0">
                  <a:latin typeface="Times New Roman"/>
                  <a:cs typeface="Times New Roman"/>
                </a:rPr>
                <a:t>n</a:t>
              </a:r>
              <a:r>
                <a:rPr lang="en-US" sz="3200" dirty="0" smtClean="0">
                  <a:latin typeface="Times New Roman"/>
                  <a:cs typeface="Times New Roman"/>
                </a:rPr>
                <a:t> </a:t>
              </a:r>
              <a:r>
                <a:rPr lang="en-US" sz="3200" dirty="0" smtClean="0">
                  <a:latin typeface="Times New Roman"/>
                  <a:cs typeface="Times New Roman"/>
                </a:rPr>
                <a:t>= 5/46 </a:t>
              </a:r>
              <a:endParaRPr lang="en-US" sz="3200" dirty="0">
                <a:latin typeface="Times New Roman"/>
                <a:cs typeface="Times New Roman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13780" y="3992012"/>
              <a:ext cx="174518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 err="1" smtClean="0">
                  <a:latin typeface="Times New Roman"/>
                  <a:cs typeface="Times New Roman"/>
                </a:rPr>
                <a:t>S</a:t>
              </a:r>
              <a:r>
                <a:rPr lang="en-US" sz="3200" i="1" baseline="-25000" dirty="0" err="1" smtClean="0">
                  <a:latin typeface="Times New Roman"/>
                  <a:cs typeface="Times New Roman"/>
                </a:rPr>
                <a:t>n</a:t>
              </a:r>
              <a:r>
                <a:rPr lang="en-US" sz="3200" dirty="0" smtClean="0">
                  <a:latin typeface="Times New Roman"/>
                  <a:cs typeface="Times New Roman"/>
                </a:rPr>
                <a:t> </a:t>
              </a:r>
              <a:r>
                <a:rPr lang="en-US" sz="3200" dirty="0" smtClean="0">
                  <a:latin typeface="Times New Roman"/>
                  <a:cs typeface="Times New Roman"/>
                </a:rPr>
                <a:t>= 2/46 </a:t>
              </a:r>
              <a:endParaRPr lang="en-US" sz="3200" dirty="0">
                <a:latin typeface="Times New Roman"/>
                <a:cs typeface="Times New Roman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38218" y="3992012"/>
              <a:ext cx="174518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 err="1" smtClean="0">
                  <a:latin typeface="Times New Roman"/>
                  <a:cs typeface="Times New Roman"/>
                </a:rPr>
                <a:t>S</a:t>
              </a:r>
              <a:r>
                <a:rPr lang="en-US" sz="3200" i="1" baseline="-25000" dirty="0" err="1" smtClean="0">
                  <a:latin typeface="Times New Roman"/>
                  <a:cs typeface="Times New Roman"/>
                </a:rPr>
                <a:t>n</a:t>
              </a:r>
              <a:r>
                <a:rPr lang="en-US" sz="3200" dirty="0" smtClean="0">
                  <a:latin typeface="Times New Roman"/>
                  <a:cs typeface="Times New Roman"/>
                </a:rPr>
                <a:t> </a:t>
              </a:r>
              <a:r>
                <a:rPr lang="en-US" sz="3200" dirty="0" smtClean="0">
                  <a:latin typeface="Times New Roman"/>
                  <a:cs typeface="Times New Roman"/>
                </a:rPr>
                <a:t>= 7/46 </a:t>
              </a:r>
              <a:endParaRPr lang="en-US" sz="3200" dirty="0">
                <a:latin typeface="Times New Roman"/>
                <a:cs typeface="Times New Roman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619142" y="1422663"/>
            <a:ext cx="569993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/>
                <a:cs typeface="Times New Roman"/>
              </a:rPr>
              <a:t>(a) </a:t>
            </a:r>
            <a:r>
              <a:rPr lang="en-US" sz="3200" i="1" dirty="0" smtClean="0">
                <a:latin typeface="Times New Roman"/>
                <a:cs typeface="Times New Roman"/>
              </a:rPr>
              <a:t>A</a:t>
            </a:r>
            <a:r>
              <a:rPr lang="en-US" sz="3200" i="1" baseline="-25000" dirty="0" smtClean="0">
                <a:latin typeface="Times New Roman"/>
                <a:cs typeface="Times New Roman"/>
              </a:rPr>
              <a:t>0</a:t>
            </a:r>
            <a:r>
              <a:rPr lang="en-US" sz="3200" dirty="0" smtClean="0">
                <a:latin typeface="Times New Roman"/>
                <a:cs typeface="Times New Roman"/>
              </a:rPr>
              <a:t>: List of attributes in </a:t>
            </a:r>
            <a:r>
              <a:rPr lang="en-US" sz="3200" dirty="0">
                <a:latin typeface="Times New Roman"/>
                <a:cs typeface="Times New Roman"/>
              </a:rPr>
              <a:t>d</a:t>
            </a:r>
            <a:r>
              <a:rPr lang="en-US" sz="3200" dirty="0" smtClean="0">
                <a:latin typeface="Times New Roman"/>
                <a:cs typeface="Times New Roman"/>
              </a:rPr>
              <a:t>ataset 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71542" y="4085070"/>
            <a:ext cx="49355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/>
                <a:cs typeface="Times New Roman"/>
              </a:rPr>
              <a:t>(b) 0-edge candidate patterns 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3942" y="6252060"/>
            <a:ext cx="546014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mtClean="0">
                <a:latin typeface="Times New Roman"/>
                <a:cs typeface="Times New Roman"/>
              </a:rPr>
              <a:t>(c) </a:t>
            </a:r>
            <a:r>
              <a:rPr lang="en-US" sz="3200" dirty="0" smtClean="0">
                <a:latin typeface="Times New Roman"/>
                <a:cs typeface="Times New Roman"/>
              </a:rPr>
              <a:t>0-edge heavyweight patterns </a:t>
            </a:r>
            <a:endParaRPr lang="en-US" sz="3200" dirty="0">
              <a:latin typeface="Times New Roman"/>
              <a:cs typeface="Times New Roman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02997" y="5064384"/>
            <a:ext cx="8543374" cy="1187676"/>
            <a:chOff x="202997" y="2606287"/>
            <a:chExt cx="8543374" cy="1187676"/>
          </a:xfrm>
        </p:grpSpPr>
        <p:sp>
          <p:nvSpPr>
            <p:cNvPr id="30" name="Oval 29"/>
            <p:cNvSpPr/>
            <p:nvPr/>
          </p:nvSpPr>
          <p:spPr>
            <a:xfrm>
              <a:off x="202997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a</a:t>
              </a:r>
              <a:endParaRPr lang="en-US" sz="6000" i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036696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b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3879757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c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570983" y="2606287"/>
              <a:ext cx="1175388" cy="1187676"/>
            </a:xfrm>
            <a:prstGeom prst="ellipse">
              <a:avLst/>
            </a:prstGeom>
            <a:solidFill>
              <a:srgbClr val="FFFFFF"/>
            </a:solidFill>
            <a:ln w="127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6000" i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0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</Words>
  <Application>Microsoft Macintosh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Alberta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 Nelson Amaral</dc:creator>
  <cp:lastModifiedBy>Jose Nelson Amaral</cp:lastModifiedBy>
  <cp:revision>5</cp:revision>
  <dcterms:created xsi:type="dcterms:W3CDTF">2012-11-06T00:22:50Z</dcterms:created>
  <dcterms:modified xsi:type="dcterms:W3CDTF">2012-11-06T02:01:33Z</dcterms:modified>
</cp:coreProperties>
</file>